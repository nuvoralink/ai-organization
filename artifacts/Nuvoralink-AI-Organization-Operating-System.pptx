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f7dfcb3a714c10" /><Relationship Type="http://schemas.openxmlformats.org/officeDocument/2006/relationships/extended-properties" Target="/docProps/app.xml" Id="R89caa6ce2dab41fb" /><Relationship Type="http://schemas.openxmlformats.org/officeDocument/2006/relationships/officeDocument" Target="/ppt/presentation.xml" Id="R43f92b1af23c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840a898fd040aa"/>
  </p:sldMasterIdLst>
  <p:notesMasterIdLst>
    <p:notesMasterId xmlns:r="http://schemas.openxmlformats.org/officeDocument/2006/relationships" r:id="R5ee8ee4136ba4103"/>
  </p:notesMasterIdLst>
  <p:sldIdLst>
    <p:sldId xmlns:r="http://schemas.openxmlformats.org/officeDocument/2006/relationships" id="256" r:id="R2a86f9ad9bfd49f7"/>
    <p:sldId xmlns:r="http://schemas.openxmlformats.org/officeDocument/2006/relationships" id="257" r:id="Rc7ff11142200441f"/>
    <p:sldId xmlns:r="http://schemas.openxmlformats.org/officeDocument/2006/relationships" id="258" r:id="Rdd065dec16404ae8"/>
    <p:sldId xmlns:r="http://schemas.openxmlformats.org/officeDocument/2006/relationships" id="259" r:id="R867116fefe7e4d28"/>
    <p:sldId xmlns:r="http://schemas.openxmlformats.org/officeDocument/2006/relationships" id="260" r:id="Rb0d3a01e106a4eec"/>
    <p:sldId xmlns:r="http://schemas.openxmlformats.org/officeDocument/2006/relationships" id="261" r:id="R3c1084ef283443cf"/>
    <p:sldId xmlns:r="http://schemas.openxmlformats.org/officeDocument/2006/relationships" id="262" r:id="Re6256970c1294262"/>
    <p:sldId xmlns:r="http://schemas.openxmlformats.org/officeDocument/2006/relationships" id="263" r:id="R872c11277b43421d"/>
    <p:sldId xmlns:r="http://schemas.openxmlformats.org/officeDocument/2006/relationships" id="264" r:id="R11ed7d27d61b40d2"/>
    <p:sldId xmlns:r="http://schemas.openxmlformats.org/officeDocument/2006/relationships" id="265" r:id="R325b827ec57642e2"/>
    <p:sldId xmlns:r="http://schemas.openxmlformats.org/officeDocument/2006/relationships" id="266" r:id="R1cd75be46ff54bc0"/>
    <p:sldId xmlns:r="http://schemas.openxmlformats.org/officeDocument/2006/relationships" id="267" r:id="R8fb3cfb8deb34a2a"/>
    <p:sldId xmlns:r="http://schemas.openxmlformats.org/officeDocument/2006/relationships" id="268" r:id="R62a81a3b31ef4de9"/>
    <p:sldId xmlns:r="http://schemas.openxmlformats.org/officeDocument/2006/relationships" id="269" r:id="R34f219896ca746d1"/>
    <p:sldId xmlns:r="http://schemas.openxmlformats.org/officeDocument/2006/relationships" id="270" r:id="R67ad8cf1b8d741c8"/>
    <p:sldId xmlns:r="http://schemas.openxmlformats.org/officeDocument/2006/relationships" id="271" r:id="Rf813850624444965"/>
    <p:sldId xmlns:r="http://schemas.openxmlformats.org/officeDocument/2006/relationships" id="272" r:id="R0677383f50ba4495"/>
    <p:sldId xmlns:r="http://schemas.openxmlformats.org/officeDocument/2006/relationships" id="273" r:id="R85f8e6b84fc54c37"/>
    <p:sldId xmlns:r="http://schemas.openxmlformats.org/officeDocument/2006/relationships" id="274" r:id="Rc13d1ae72b1a4f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c4032df44c40ff" /><Relationship Type="http://schemas.openxmlformats.org/officeDocument/2006/relationships/slideMaster" Target="/ppt/slideMasters/slideMaster1.xml" Id="R66840a898fd040aa" /><Relationship Type="http://schemas.openxmlformats.org/officeDocument/2006/relationships/notesMaster" Target="/ppt/notesMasters/notesMaster1.xml" Id="R5ee8ee4136ba4103" /><Relationship Type="http://schemas.openxmlformats.org/officeDocument/2006/relationships/presProps" Target="/ppt/presProps.xml" Id="Rcbe3fe4ead4742cd" /><Relationship Type="http://schemas.openxmlformats.org/officeDocument/2006/relationships/tableStyles" Target="/ppt/tableStyles.xml" Id="R4585c84e113841f8" /><Relationship Type="http://schemas.openxmlformats.org/officeDocument/2006/relationships/slide" Target="/ppt/slides/slide1.xml" Id="R2a86f9ad9bfd49f7" /><Relationship Type="http://schemas.openxmlformats.org/officeDocument/2006/relationships/slide" Target="/ppt/slides/slide2.xml" Id="Rc7ff11142200441f" /><Relationship Type="http://schemas.openxmlformats.org/officeDocument/2006/relationships/slide" Target="/ppt/slides/slide3.xml" Id="Rdd065dec16404ae8" /><Relationship Type="http://schemas.openxmlformats.org/officeDocument/2006/relationships/slide" Target="/ppt/slides/slide4.xml" Id="R867116fefe7e4d28" /><Relationship Type="http://schemas.openxmlformats.org/officeDocument/2006/relationships/slide" Target="/ppt/slides/slide5.xml" Id="Rb0d3a01e106a4eec" /><Relationship Type="http://schemas.openxmlformats.org/officeDocument/2006/relationships/slide" Target="/ppt/slides/slide6.xml" Id="R3c1084ef283443cf" /><Relationship Type="http://schemas.openxmlformats.org/officeDocument/2006/relationships/slide" Target="/ppt/slides/slide7.xml" Id="Re6256970c1294262" /><Relationship Type="http://schemas.openxmlformats.org/officeDocument/2006/relationships/slide" Target="/ppt/slides/slide8.xml" Id="R872c11277b43421d" /><Relationship Type="http://schemas.openxmlformats.org/officeDocument/2006/relationships/slide" Target="/ppt/slides/slide9.xml" Id="R11ed7d27d61b40d2" /><Relationship Type="http://schemas.openxmlformats.org/officeDocument/2006/relationships/slide" Target="/ppt/slides/slide10.xml" Id="R325b827ec57642e2" /><Relationship Type="http://schemas.openxmlformats.org/officeDocument/2006/relationships/slide" Target="/ppt/slides/slide11.xml" Id="R1cd75be46ff54bc0" /><Relationship Type="http://schemas.openxmlformats.org/officeDocument/2006/relationships/slide" Target="/ppt/slides/slide12.xml" Id="R8fb3cfb8deb34a2a" /><Relationship Type="http://schemas.openxmlformats.org/officeDocument/2006/relationships/slide" Target="/ppt/slides/slide13.xml" Id="R62a81a3b31ef4de9" /><Relationship Type="http://schemas.openxmlformats.org/officeDocument/2006/relationships/slide" Target="/ppt/slides/slide14.xml" Id="R34f219896ca746d1" /><Relationship Type="http://schemas.openxmlformats.org/officeDocument/2006/relationships/slide" Target="/ppt/slides/slide15.xml" Id="R67ad8cf1b8d741c8" /><Relationship Type="http://schemas.openxmlformats.org/officeDocument/2006/relationships/slide" Target="/ppt/slides/slide16.xml" Id="Rf813850624444965" /><Relationship Type="http://schemas.openxmlformats.org/officeDocument/2006/relationships/slide" Target="/ppt/slides/slide17.xml" Id="R0677383f50ba4495" /><Relationship Type="http://schemas.openxmlformats.org/officeDocument/2006/relationships/slide" Target="/ppt/slides/slide18.xml" Id="R85f8e6b84fc54c37" /><Relationship Type="http://schemas.openxmlformats.org/officeDocument/2006/relationships/slide" Target="/ppt/slides/slide19.xml" Id="Rc13d1ae72b1a4f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2cbcc3dbc943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be2eed35c74c9f" /><Relationship Type="http://schemas.openxmlformats.org/officeDocument/2006/relationships/notesMaster" Target="/ppt/notesMasters/notesMaster1.xml" Id="R30801df108a44e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833258930649d2" /><Relationship Type="http://schemas.openxmlformats.org/officeDocument/2006/relationships/notesMaster" Target="/ppt/notesMasters/notesMaster1.xml" Id="R9208f08b5d4f43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089f59bbef432f" /><Relationship Type="http://schemas.openxmlformats.org/officeDocument/2006/relationships/notesMaster" Target="/ppt/notesMasters/notesMaster1.xml" Id="Rd82462b1348942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573c067f5c4b4f" /><Relationship Type="http://schemas.openxmlformats.org/officeDocument/2006/relationships/notesMaster" Target="/ppt/notesMasters/notesMaster1.xml" Id="R116ea822853744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4e0700a88f4215" /><Relationship Type="http://schemas.openxmlformats.org/officeDocument/2006/relationships/notesMaster" Target="/ppt/notesMasters/notesMaster1.xml" Id="R60837ca339314c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ebc4a489624c44" /><Relationship Type="http://schemas.openxmlformats.org/officeDocument/2006/relationships/notesMaster" Target="/ppt/notesMasters/notesMaster1.xml" Id="Ra47a7f37979747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ba82c042b549cf" /><Relationship Type="http://schemas.openxmlformats.org/officeDocument/2006/relationships/notesMaster" Target="/ppt/notesMasters/notesMaster1.xml" Id="Rdf52ec6668c649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6eb0cabee1477e" /><Relationship Type="http://schemas.openxmlformats.org/officeDocument/2006/relationships/notesMaster" Target="/ppt/notesMasters/notesMaster1.xml" Id="R1a7c184ffec143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5464478730403d" /><Relationship Type="http://schemas.openxmlformats.org/officeDocument/2006/relationships/notesMaster" Target="/ppt/notesMasters/notesMaster1.xml" Id="Reb0b838a154e4b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09087cf0fb449c" /><Relationship Type="http://schemas.openxmlformats.org/officeDocument/2006/relationships/notesMaster" Target="/ppt/notesMasters/notesMaster1.xml" Id="R8b6f83191d5b41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be80cafb9c4895" /><Relationship Type="http://schemas.openxmlformats.org/officeDocument/2006/relationships/notesMaster" Target="/ppt/notesMasters/notesMaster1.xml" Id="Ra2f9794ec19b43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959705a4274f53" /><Relationship Type="http://schemas.openxmlformats.org/officeDocument/2006/relationships/notesMaster" Target="/ppt/notesMasters/notesMaster1.xml" Id="R0c658b153a2c48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ed27892fe347d4" /><Relationship Type="http://schemas.openxmlformats.org/officeDocument/2006/relationships/notesMaster" Target="/ppt/notesMasters/notesMaster1.xml" Id="Rf38a91bb033e4b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4e76efa6b74d76" /><Relationship Type="http://schemas.openxmlformats.org/officeDocument/2006/relationships/notesMaster" Target="/ppt/notesMasters/notesMaster1.xml" Id="R09bfe6e3697b41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fbd74103f544ae" /><Relationship Type="http://schemas.openxmlformats.org/officeDocument/2006/relationships/notesMaster" Target="/ppt/notesMasters/notesMaster1.xml" Id="R9ba3f6336f784d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9f1e069250b4be3" /><Relationship Type="http://schemas.openxmlformats.org/officeDocument/2006/relationships/notesMaster" Target="/ppt/notesMasters/notesMaster1.xml" Id="R8841f40b9a2b41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e1745ac9c74f0e" /><Relationship Type="http://schemas.openxmlformats.org/officeDocument/2006/relationships/notesMaster" Target="/ppt/notesMasters/notesMaster1.xml" Id="R00777106842341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dde301092047c2" /><Relationship Type="http://schemas.openxmlformats.org/officeDocument/2006/relationships/notesMaster" Target="/ppt/notesMasters/notesMaster1.xml" Id="R9d37a649c7724b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0dbe0f958b4da3" /><Relationship Type="http://schemas.openxmlformats.org/officeDocument/2006/relationships/notesMaster" Target="/ppt/notesMasters/notesMaster1.xml" Id="R5b58a03b9cc042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47b8209c14e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acd2e53c01463c" /><Relationship Type="http://schemas.openxmlformats.org/officeDocument/2006/relationships/slideLayout" Target="/ppt/slideLayouts/slideLayout1.xml" Id="Rc75b72cf6de74c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5b72cf6de74c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2236904a94fd6" /><Relationship Type="http://schemas.openxmlformats.org/officeDocument/2006/relationships/notesSlide" Target="/ppt/notesSlides/notesSlide1.xml" Id="R663750bc62c04c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50ba9d5834845" /><Relationship Type="http://schemas.openxmlformats.org/officeDocument/2006/relationships/notesSlide" Target="/ppt/notesSlides/notesSlide2.xml" Id="R32efafa7a5a74a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59490fc3d43bb" /><Relationship Type="http://schemas.openxmlformats.org/officeDocument/2006/relationships/notesSlide" Target="/ppt/notesSlides/notesSlide3.xml" Id="R736931571f6243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16e69f0774263" /><Relationship Type="http://schemas.openxmlformats.org/officeDocument/2006/relationships/notesSlide" Target="/ppt/notesSlides/notesSlide4.xml" Id="R3e7e955cded641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a400216144aea" /><Relationship Type="http://schemas.openxmlformats.org/officeDocument/2006/relationships/notesSlide" Target="/ppt/notesSlides/notesSlide5.xml" Id="R1232a5d338154f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6509be2f54e62" /><Relationship Type="http://schemas.openxmlformats.org/officeDocument/2006/relationships/notesSlide" Target="/ppt/notesSlides/notesSlide6.xml" Id="Ra183b1b1f05c4d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ae6e0eaad4454" /><Relationship Type="http://schemas.openxmlformats.org/officeDocument/2006/relationships/notesSlide" Target="/ppt/notesSlides/notesSlide7.xml" Id="R4255c61278aa4b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3d63492034cb9" /><Relationship Type="http://schemas.openxmlformats.org/officeDocument/2006/relationships/notesSlide" Target="/ppt/notesSlides/notesSlide8.xml" Id="Re3893058b6bb43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c580108764fb1" /><Relationship Type="http://schemas.openxmlformats.org/officeDocument/2006/relationships/notesSlide" Target="/ppt/notesSlides/notesSlide9.xml" Id="R799e56d3e17b4c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3a54a4abf4b49" /><Relationship Type="http://schemas.openxmlformats.org/officeDocument/2006/relationships/notesSlide" Target="/ppt/notesSlides/notesSlide10.xml" Id="R139417b14eb34e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7211ba8b84703" /><Relationship Type="http://schemas.openxmlformats.org/officeDocument/2006/relationships/notesSlide" Target="/ppt/notesSlides/notesSlide11.xml" Id="R8a3fc68ff6d944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de288783041c0" /><Relationship Type="http://schemas.openxmlformats.org/officeDocument/2006/relationships/notesSlide" Target="/ppt/notesSlides/notesSlide12.xml" Id="Rce38be2b89ec49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dbf7751714992" /><Relationship Type="http://schemas.openxmlformats.org/officeDocument/2006/relationships/notesSlide" Target="/ppt/notesSlides/notesSlide13.xml" Id="R75e472a1a2054b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23642a56f4afd" /><Relationship Type="http://schemas.openxmlformats.org/officeDocument/2006/relationships/notesSlide" Target="/ppt/notesSlides/notesSlide14.xml" Id="R7ffd6fc55f1740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0fec31a8a4899" /><Relationship Type="http://schemas.openxmlformats.org/officeDocument/2006/relationships/notesSlide" Target="/ppt/notesSlides/notesSlide15.xml" Id="Reb17ee7eb0664b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4cd97988f419a" /><Relationship Type="http://schemas.openxmlformats.org/officeDocument/2006/relationships/notesSlide" Target="/ppt/notesSlides/notesSlide16.xml" Id="R9f2c74e2d7bf43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b3e8f04864b89" /><Relationship Type="http://schemas.openxmlformats.org/officeDocument/2006/relationships/notesSlide" Target="/ppt/notesSlides/notesSlide17.xml" Id="R6ce232d18fbf40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7211d18394494" /><Relationship Type="http://schemas.openxmlformats.org/officeDocument/2006/relationships/notesSlide" Target="/ppt/notesSlides/notesSlide18.xml" Id="Rf9b147948f2c4a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92ffaccbd4061" /><Relationship Type="http://schemas.openxmlformats.org/officeDocument/2006/relationships/notesSlide" Target="/ppt/notesSlides/notesSlide19.xml" Id="R1d1ab7012da549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F87CF-4F5E-420D-9AC2-EFD9DB51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B1F6330-EECD-46BB-BC6B-A307B2A7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6202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Organization
Operating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A11B8-1207-4435-93A4-8FBED00C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7810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How one founder directs Claude, Codex, specialist agents, gates, guardrails, and proof as a disciplined engineering organization.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400050" y="605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84DE8-7F88-4310-96D4-B4C7C045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800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Process • Philosophy • Roles • Control plane • Workflows</a:t>
            </a:r>
          </a:p>
        </p:txBody>
      </p:sp>
    </p:spTree>
    <p:extLst>
      <p:ext uri="{BB962C8B-B14F-4D97-AF65-F5344CB8AC3E}">
        <p14:creationId xmlns:p14="http://schemas.microsoft.com/office/powerpoint/2010/main" val="125373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119E3-2067-4AE4-981E-6F495EDB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89BE5CB-16F1-4699-A2FC-7664DB8C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This is an organization—not two chat windows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6C026-DC6C-49C3-A4CF-AA86C70C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3F4FC-775D-4D8C-80F0-41C153C3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8477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models do work.
The operating system decides how work becomes trustworthy.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06679-F240-47DD-BFE4-B80EA198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2150"/>
            <a:ext cx="2286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554E9-C031-40CA-B4C1-8F2D7C20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71700"/>
            <a:ext cx="1524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48BC7-9A85-4C42-B6FC-2ACBDA84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43250"/>
            <a:ext cx="1524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canonical
control plane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83474-FAF3-4161-91F6-11AF0FEA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8191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Authority, roles, context, action permissions, evidence, and learning are versioned independently of any one task or machine.</a:t>
            </a:r>
          </a:p>
        </p:txBody>
      </p:sp>
    </p:spTree>
    <p:extLst>
      <p:ext uri="{BB962C8B-B14F-4D97-AF65-F5344CB8AC3E}">
        <p14:creationId xmlns:p14="http://schemas.microsoft.com/office/powerpoint/2010/main" val="60347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E8490-ADE6-426E-9544-1BFA1730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FBB6B68-E73F-4D83-A825-70C7758D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principles govern every piece of work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8D9FA-4193-430D-82E9-AACA6B5E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8C0E8-6323-4BFF-B703-016D8D85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PRODUCT INTENT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4A84C-0205-493F-9D0E-9F605F47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143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the ideal user outcome, then extend the architecture to support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D466D-9CAB-4A43-BBF3-212453AE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3143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 not force-fit the request into today’s DTO, helper, prompt, or workaround.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3905250" y="1809750"/>
            <a:ext cx="9525" cy="3524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2DCB2-9848-46DD-8A55-3F0DAD90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ROOT FIX UPSTREAM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A3845-DE3A-487D-927E-C2A8F83B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143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Trace the earliest wrong decision—not the first visible symptom.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6D5BD-799C-4101-9E5B-664489C7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3143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Search for existing authority, remove superseded paths, and update every caller and feeder.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7810500" y="1809750"/>
            <a:ext cx="9525" cy="3524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D00FF-6624-4658-8F14-C3B92C13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OVER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9EBE0-4D71-4C5F-B255-349302ED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9800"/>
            <a:ext cx="31432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“Passed” is a lead. Open the artifact, output, row, or rendered surface.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86183-68D3-4E7B-8DA5-520695C0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3143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Tests must fail against a named regression. Done means the outcome is proven.</a:t>
            </a:r>
          </a:p>
        </p:txBody>
      </p:sp>
    </p:spTree>
    <p:extLst>
      <p:ext uri="{BB962C8B-B14F-4D97-AF65-F5344CB8AC3E}">
        <p14:creationId xmlns:p14="http://schemas.microsoft.com/office/powerpoint/2010/main" val="980200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86FE0-324B-40B8-823D-B727F4EA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A1E542F-16F0-4E77-A5F2-2211581F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Four authorities prevent agents from inventing truth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81337-2AB8-4BCD-A659-6EE09D31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9F62A-185A-4878-99CD-4BBB863D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EC986-1507-4D71-A151-CC353B4B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723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DFDA1-DCF7-4562-997A-9C909B4A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95475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F8660-24FA-40DD-B51C-5EC1BB1E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24050"/>
            <a:ext cx="647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the product should do and for whom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5DB21-AF4C-4915-B055-3D880458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8A114-4AD5-46E2-B471-C746BBD0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23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CCD89-CF60-48CA-98AA-DCED0548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9AF9D-DB7C-4842-B37B-AEF950C5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90850"/>
            <a:ext cx="647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Who or what owns each semantic or operational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1FFD6-3D18-4C98-86B0-2710E2A6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CEAD5-8931-47DE-B3A1-78D736E3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723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413C3-B7F8-416B-BFE5-1074FCD6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29075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Action authority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0CDB8-4C20-4285-8B28-26D1F744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647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agents may do, may do conditionally, or must escalate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1DA52-215F-43B7-B37E-031CCC32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8BB23-E295-4B1F-B6FC-DE92B74D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23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7D263-BABD-48F1-B401-CEF26C22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Artifact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23A1E0-75DC-4C50-90C2-5138CE9D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24450"/>
            <a:ext cx="647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Which repo file, registry, schema, or runtime output is canonical</a:t>
            </a:r>
          </a:p>
        </p:txBody>
      </p:sp>
    </p:spTree>
    <p:extLst>
      <p:ext uri="{BB962C8B-B14F-4D97-AF65-F5344CB8AC3E}">
        <p14:creationId xmlns:p14="http://schemas.microsoft.com/office/powerpoint/2010/main" val="1827849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018B5-BED6-4DC4-AB8A-EA329EFD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93E7DE6-65FA-4C58-BFC1-0AEB4902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PM, one challenger, one deterministic governor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686B8-8284-429B-9659-752ECD8E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2667000" y="2781300"/>
            <a:ext cx="342900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6096000" y="2781300"/>
            <a:ext cx="952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6096000" y="2781300"/>
            <a:ext cx="342900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392B7-0EF5-4AD6-AF3C-97EE9696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361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24911-1BCE-428B-95A7-9F599B7B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71675"/>
            <a:ext cx="304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ORCHESTRATOR / 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3E25E-D3D4-4AF0-AA74-06601AF3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304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Owns scope, dispatch, decisions,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66635-65E3-42AD-80B1-D99B2277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3619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C0AB5-2CB6-4655-83DE-A4538F1D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PREMISE CHALLENGER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7CC49-037E-4562-9FD8-8DC10668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Should this exist? Is the authority right? Is the plan a workaround?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9EAC3-E959-4A6F-B7DC-0E1E7281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3619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6E4BF-A139-45BF-8BEE-B5EF2BC5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TASK GOVERNOR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2BBE4-BAEB-49C6-91B1-3A13EE9C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529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Checks paths, risk-selected proof, opened artifacts, mutations, and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98344-D6BF-444E-9370-081C67FF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24300"/>
            <a:ext cx="3619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25654-9817-4A13-8F9F-E0952046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SPECIALIST FLEET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517A8-0973-4D27-936D-44A5287D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Implements and audits bounded slices under explicit role contracts.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D9E18-82C3-45BA-8BDD-0986475A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53100"/>
            <a:ext cx="6819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challenger advises. The governor enforces. Neither becomes a competing project manager.</a:t>
            </a:r>
          </a:p>
        </p:txBody>
      </p:sp>
    </p:spTree>
    <p:extLst>
      <p:ext uri="{BB962C8B-B14F-4D97-AF65-F5344CB8AC3E}">
        <p14:creationId xmlns:p14="http://schemas.microsoft.com/office/powerpoint/2010/main" val="12241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FE0C7-2943-4B34-B35E-7ADE3C4F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EDCAD1D1-9943-4039-AA21-90708E5C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fleet is organized around the work lifecycle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1F8B4-B40E-4B04-84D8-4CFAA8C4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B9EBC-8F0B-48D7-BFC8-D638E4CF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2438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76E32-D38D-4912-8A31-702B1E0B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63F28-8B1A-409D-A0DB-C2B30BB0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BEFORE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AE5A6-DCD1-47B4-A6B5-6A877E99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9812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Premise &amp; architecture challenger
Sprint kickoff auditor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75E9A-B075-442C-96ED-23B770F9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47850"/>
            <a:ext cx="2438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32EAB-3E2B-4E2B-BC52-0D581476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2EE34-2C15-4539-A809-8091ED2B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8DAD7-DD2F-418E-B7A4-8E72DDEB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38500"/>
            <a:ext cx="19812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Codex backend implementer
Claude frontend implementer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B3D11-D2BB-439E-A8BC-7B36495D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47850"/>
            <a:ext cx="2438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C6F85-86C7-478B-B354-87736166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23FCA-E74D-4793-AB70-745D8F18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E11E5-CB47-432B-A9C3-87F7CC74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19812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 reviewer
Security • compliance • domain
Performance • parity •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4C571-CD4A-4174-A1AC-B02A3EE5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47850"/>
            <a:ext cx="24384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8BA0-C52B-40C9-B80B-C623012F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AAE2E3-C77F-446E-9452-630FC7A1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860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CLOSE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DE6E4-EA49-4D99-B2A6-6F868224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38500"/>
            <a:ext cx="19812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User-journey auditor
Release verifier
Doctrine-loop router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1BBEB-BBDD-4EBF-9F24-3DB57CC7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9334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role has triggers, read-first authorities, prohibited actions, required outputs, and an honesty clause.</a:t>
            </a:r>
          </a:p>
        </p:txBody>
      </p:sp>
    </p:spTree>
    <p:extLst>
      <p:ext uri="{BB962C8B-B14F-4D97-AF65-F5344CB8AC3E}">
        <p14:creationId xmlns:p14="http://schemas.microsoft.com/office/powerpoint/2010/main" val="3118348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02A526-5335-408F-A209-3F91CBFA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C112F0CD-EC7E-440A-B29C-EEBD9B9E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task follows the same evidence-bearing lifecycle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3BF7B-ED13-40EC-90A6-FA272A64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723900" y="3314700"/>
            <a:ext cx="10668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61D2C-9562-4777-8A83-EDC10A8F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4A581-C6C4-47C1-A7EF-F7E7A37D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BDD6D-E25C-4953-BDB5-59881C29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1123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Intent +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76DBD-DFA1-4DDA-9D0B-15FE07BD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AA204-5027-493D-A7D0-BA2342C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4795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8F450-5B04-4428-AF00-1F467D7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1123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Need + approach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3C4E8-D272-477B-A6F0-9463B2F7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974C0-9781-48E9-9A38-3781D8B4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4795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186CE-FA40-4A29-B28D-80838BF2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71900"/>
            <a:ext cx="1123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Paths +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6160B-62D4-4D6D-AA8B-784BD3CE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FD404-FC79-4697-9A90-3A3DADDF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4795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D53D7-0A2A-4A45-AE31-F805315B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71900"/>
            <a:ext cx="1123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Isolated worktree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E85E66-1A59-499E-8E83-5FDCC42B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7F56F-BF35-44A0-AAF0-A6675BE8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72121-5178-43F8-8116-E32C2B06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1123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Adversarial diff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8054BF-BEA6-44C0-A369-A9519984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16936-93AD-4851-A3B2-94202860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55DCB-E3C4-4EC7-903D-C5EBF11E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71900"/>
            <a:ext cx="1123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Outputs opened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7E479-F79C-457F-A677-B245A02D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AEF72-D41B-439B-A1C9-53B5BFF3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4795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061F8-3ABC-46C1-8E50-0567046A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71900"/>
            <a:ext cx="1123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Durable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D6636-F3E0-41D8-A1DC-7869EC0B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9B631-0AB0-492E-B240-007FD80E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647950"/>
            <a:ext cx="104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3EFD75-23A8-4AFD-93A3-10154360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771900"/>
            <a:ext cx="1123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Deployed proof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973E5A-F32F-4BD5-BD5C-39469DD3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step is “trust the model.” Every handoff carries authority, scope, evidence, and a completion tier.</a:t>
            </a:r>
          </a:p>
        </p:txBody>
      </p:sp>
    </p:spTree>
    <p:extLst>
      <p:ext uri="{BB962C8B-B14F-4D97-AF65-F5344CB8AC3E}">
        <p14:creationId xmlns:p14="http://schemas.microsoft.com/office/powerpoint/2010/main" val="6705603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B51CF-92E2-49AA-A9EC-00EF94A8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C92CA4A-A5FB-4A42-9654-4F6C5621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Context is engineered as a finite attention budget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BDB60-AF7F-4E8F-B2EC-6ED73453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34CC5-549E-49A9-9C94-6327E25F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1391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8D5E0-4426-42FD-8E40-91334945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LEAN GLOBAL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6CE5C-59D0-43BD-8B83-850896B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781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Universal doctrine • action authority • shared roles • task assurance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FCF87-9BE4-4005-A072-22981C99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1391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C1A0A-F2B3-4B7D-86F2-235E0829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JUST-IN-TIME EXPERTISE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D2A5B-5EB7-41ED-95EA-7AC030B4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742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Path-scoped rules • skills • authority maps • decision docs • runbooks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A7DBC-2A91-4C0F-A241-94833630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1391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86DA8-0476-454A-871D-F8A17C8C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OVERLAY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5C9AC-044F-4B52-8C13-A7C4120C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91050"/>
            <a:ext cx="742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Auxara or CoachAI roles, hooks, gates, commands, and domain boundaries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B80B3-8B62-4006-8FB0-1B9987C8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48350"/>
            <a:ext cx="914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Duplicate imports fail. Startup context has a hard ceiling. Task detail is selected only when it applies.</a:t>
            </a:r>
          </a:p>
        </p:txBody>
      </p:sp>
    </p:spTree>
    <p:extLst>
      <p:ext uri="{BB962C8B-B14F-4D97-AF65-F5344CB8AC3E}">
        <p14:creationId xmlns:p14="http://schemas.microsoft.com/office/powerpoint/2010/main" val="10157294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4CA40-51C1-40EE-ADE2-A98303F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D5A889D5-9F73-40D0-BBB6-EC3A810E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Different artifacts solve different coordination problems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C94F9-7297-4769-90F0-CC07C7B7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9055F-0AFC-4A5B-8481-1198420C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RULES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2095500"/>
            <a:ext cx="3238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49F51-7516-43AD-88EF-C974CD76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23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Always-on or path-scoped behavior
“Never bypass tenant authority.”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1F548-2834-4B62-845A-EB67FD05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SKILLS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305300" y="2095500"/>
            <a:ext cx="3238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3E9A0-C45A-4744-9397-29618AB9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323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Reusable specialist procedure
“How to audit source-to-screen.”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C5A66-C3E0-4866-B6FA-3BC66A84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335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PROMPTS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8210550" y="2095500"/>
            <a:ext cx="3238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94219-4E31-4925-88FF-C61FF0CC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323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Task-specific instructions and contracts
“What this agent must do now.”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3DA63-246A-4493-BD10-DC67E8B1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DOCS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4095750"/>
            <a:ext cx="3238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BAC16-AC8F-44F3-81B6-AB28544D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323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Durable product and architecture truth
“What has been decided and why.”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C7C0C-8738-4080-8B9B-09A66D52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HOOKS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305300" y="4095750"/>
            <a:ext cx="3238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2480A-05A0-4E24-8E5A-9E9F99CF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24350"/>
            <a:ext cx="323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Lifecycle interception
“When a task may start or finish.”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97034-A9BD-442F-8E3C-CEEBE740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GATES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8210550" y="4095750"/>
            <a:ext cx="3238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187FD-BD8E-4E25-9070-960AD858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3238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Mechanical pass/fail enforcement
“What proof must bite.”</a:t>
            </a:r>
          </a:p>
        </p:txBody>
      </p:sp>
    </p:spTree>
    <p:extLst>
      <p:ext uri="{BB962C8B-B14F-4D97-AF65-F5344CB8AC3E}">
        <p14:creationId xmlns:p14="http://schemas.microsoft.com/office/powerpoint/2010/main" val="5344563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4457A-3F87-4EB7-8E8B-F24F940B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72BEAE3D-D6BC-4FFA-A414-D764ACDC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Hooks keep work inside the contract; gates prove it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83545-51B3-4330-AF3D-1BC05D66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4B672-C235-4D3C-912C-EA411610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24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CF204-3174-4BEA-8E10-1210E30F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F586A-6F7F-4E86-ADC2-BC56D350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8575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Session start
Task created
Subagent start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647700" y="4095750"/>
            <a:ext cx="2952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C4546-0531-4D54-A3CD-186E1E3D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29527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Load live state
Validate brief
Pin scope + worktree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4983B-B904-40D8-945F-FA26990C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24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F16EA-90F7-46F9-BE94-2D64819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DURING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751C5-C3E3-4322-A3B9-EFA99022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28575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Post-edit hook
Risk router
Decision discipline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552950" y="4095750"/>
            <a:ext cx="2952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E90DD-4569-44C9-AABE-59BECB86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29527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fast relevant checks
Stop quick patches
Escalate unsettled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49155-4718-4554-BC04-D657F5CC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524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090EB-792A-4E05-80D9-81950312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56E34-CC0A-4AA4-98FB-AE1ACF58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28575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Task completed
Subagent stop
PR / release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8458200" y="4095750"/>
            <a:ext cx="2952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DC1CA-FB6D-4F37-9CD3-38857D2F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29527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changed paths
Require proof + honesty
Verify deployed surface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32199-37E1-4167-B76A-F4E33D47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43600"/>
            <a:ext cx="800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Fast hooks protect the loop. Full completion and release gates carry the expensive proof.</a:t>
            </a:r>
          </a:p>
        </p:txBody>
      </p:sp>
    </p:spTree>
    <p:extLst>
      <p:ext uri="{BB962C8B-B14F-4D97-AF65-F5344CB8AC3E}">
        <p14:creationId xmlns:p14="http://schemas.microsoft.com/office/powerpoint/2010/main" val="8951549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788E9-3798-45A2-A174-69A1F3AA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67CFDED1-F2B2-4740-AF85-75DB89F7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green test matters only when a regression turns it red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39E90-F92F-4E08-AEE6-5D3D7D7A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9C1E4-8388-4C8D-BE81-2351DA99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PROVES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1AB5C-8DF7-43B1-A2D1-1ED826AD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495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real user or system behavior—not just compilation.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9E85F-7111-4638-AD95-53B41A01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KILLER MUTATION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9B3CA-A2BB-4B9E-B908-BF4749FB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95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Name the specific break that must make the test fail.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5905500" y="1733550"/>
            <a:ext cx="9525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7A6F2-6230-4AB5-9FB7-FD227F08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PROOF LADDER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42183-1E77-47C4-AE70-0CCDF8FC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4191000" cy="2571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 Contract / schema
2  Pure logic
3  Service integration
4  Tenant + security boundary
5  Source-to-screen
6  Rendered or deployed surface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8BB1F-53DC-40A6-A493-35ED046D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447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A26AB-541E-4118-BBD7-F6520C8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7210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Outputs opened • negative path • real exit</a:t>
            </a:r>
          </a:p>
        </p:txBody>
      </p:sp>
    </p:spTree>
    <p:extLst>
      <p:ext uri="{BB962C8B-B14F-4D97-AF65-F5344CB8AC3E}">
        <p14:creationId xmlns:p14="http://schemas.microsoft.com/office/powerpoint/2010/main" val="5012655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EA11B-DCE9-471E-8441-DA70ACA4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0A53AE61-C6A5-449A-9224-71B2EDA6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Autonomy expands only inside explicit action boundaries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A46E1-8ACE-47DA-A9B0-8D0551C9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graphicFrame>
        <p:nvGraphicFramePr>
          <p:cNvPr id="11" name="action-authority-matrix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810250"/>
                <a:gridCol w="3390900"/>
              </a:tblGrid>
              <a:tr h="857250">
                <a:tc>
                  <a:txBody>
                    <a:bodyPr/>
                    <a:lstStyle/>
                    <a:p>
                      <a:r>
                        <a:t>MODE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AGENTS MAY 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t>AUTONOMOUS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 • plan • edit • test • branch • commit • push • PR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Task scope + local proof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t>CONDITIONAL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Merge a low-risk isolated change with no deploy effect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All predicates + independent review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t>HUMAN REQUIRED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Production • deploy • migrations • destructive • billed • external • secrets • product/design/architecture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Explicit approval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ED182-E9F2-4E98-9C34-EA2B9195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76900"/>
            <a:ext cx="781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Default: human required. Uncertainty never becomes permission.</a:t>
            </a:r>
          </a:p>
        </p:txBody>
      </p:sp>
    </p:spTree>
    <p:extLst>
      <p:ext uri="{BB962C8B-B14F-4D97-AF65-F5344CB8AC3E}">
        <p14:creationId xmlns:p14="http://schemas.microsoft.com/office/powerpoint/2010/main" val="10388413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E28FA-8ABF-42CF-8401-D192431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EBE7EE11-039D-4249-9860-FBC50788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Git is the durable coordination bus between agents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F592C-A92B-4FD3-A9F6-EDAFA82A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085850" y="312420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DBE62-8A87-4ED6-BDA4-FBA2738F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B3CCF-5ADC-440E-8E5A-4F91EC2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98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CAC31-18D7-4A7C-A070-1229FB6C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5BCE3-4111-4D4F-AB05-89BEC72D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2B0B5-B63B-49E0-AECE-5177478A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098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WORKTREE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02036-C72B-42CE-9385-0520C5A5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71475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isolated slice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5AED7-20F8-43C9-B032-BD486F7E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94413-9204-4A5B-BD7F-27A5B3CA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35875-BB00-4FCB-8F4F-AC235480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stable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DB1DF-D558-46E6-BCAC-9B3CE0CA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49F80-17D5-4B45-AFF1-6BFF9C1A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617F1-A6E2-409F-98B0-B83440C4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64F44-FA73-4999-89B8-1471BF63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B5CA6-A396-4745-A3C7-1B9E055B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PUSH + PR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3DA17-DC17-41CA-ADB7-81B9D52B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durable handoff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2306C-819F-4968-A624-C2302FEA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7146E-4C68-4ACD-85AC-5A3E8C9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MERGE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B859B-F737-4F09-A3DA-2B97820B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policy decides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F0A011-9AFA-49A8-BE38-5D96E3AE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53000"/>
            <a:ext cx="7524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main is an integration target—not a shared scratchpad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20E68E-4F36-4E1A-AA0F-0B133601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76900"/>
            <a:ext cx="742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PRs remain open when merging would deploy. Branch protection is intentionally deferred.</a:t>
            </a:r>
          </a:p>
        </p:txBody>
      </p:sp>
    </p:spTree>
    <p:extLst>
      <p:ext uri="{BB962C8B-B14F-4D97-AF65-F5344CB8AC3E}">
        <p14:creationId xmlns:p14="http://schemas.microsoft.com/office/powerpoint/2010/main" val="565702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2651B8-DDF5-475F-A9BA-F86C5BBB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12FD04CC-B0C0-4EAA-B0B7-7259F8F1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Visible frontend work is Claude Design first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C91AD-4E6C-4781-B1D0-4FB9D990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219200" y="3352800"/>
            <a:ext cx="9525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C9593-428C-43AB-BBE8-A86C193B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945BF-6C97-4CF1-8A08-42C7413F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68985-AEF6-4146-8419-F7F29525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80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Design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CEF3E-34D8-4B6A-9336-1C4A60CA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1809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Route through design director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50F59-8B44-4E95-9055-7751832C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58F92-1466-47FE-B8CD-3ADFC973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3835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8AB05-E3DB-403E-A0AA-F9FB34F8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19350"/>
            <a:ext cx="180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Claude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D525E-B3BD-4BD6-A4BB-6051220A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90950"/>
            <a:ext cx="1809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Create the visual 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211CB-641A-49E6-A557-DA142A21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8E18E-D33E-4653-853B-D9256846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3835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88015-9232-42E9-A79E-78AD9607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19350"/>
            <a:ext cx="180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 approval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9D5D6-BCBF-4B38-AC56-FB3C92A4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90950"/>
            <a:ext cx="1809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product + visual judgment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20C46-5837-428A-8EED-490D2772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C41DD-F3AB-481F-A77B-3A77760B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3835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253EC-B7D9-448D-8BFB-2578BF18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19350"/>
            <a:ext cx="180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Implementation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FE31E-A1F0-4961-BE28-C01E262C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90950"/>
            <a:ext cx="1809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Claude builds to the approved reference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D971BF-E12A-40DC-91D8-396D90F2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74F96C-0503-4C28-85FF-6E5A64DA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3DC32B-7209-42A7-B1AC-F059FE9B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19350"/>
            <a:ext cx="1809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Rendered 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04B9F7-29AD-4FD4-AEA8-6D485022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90950"/>
            <a:ext cx="1809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Breakpoints, states, keyboard, motion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B55BA-EC8A-4DD5-ADAC-BC0DF226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FAEEAB-BF21-43E5-8E62-A37B27AD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391150"/>
            <a:ext cx="678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visible pixel lands before the reference is approved.</a:t>
            </a:r>
          </a:p>
        </p:txBody>
      </p:sp>
    </p:spTree>
    <p:extLst>
      <p:ext uri="{BB962C8B-B14F-4D97-AF65-F5344CB8AC3E}">
        <p14:creationId xmlns:p14="http://schemas.microsoft.com/office/powerpoint/2010/main" val="15137737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414E3-5262-46CF-B4C2-237C834E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FC651495-1227-4E35-911A-F8871D7F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quality is debugged from the earliest wrong decision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8AA6A-9C67-4FB1-AD30-11B66B4B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7F3B9-2C56-4F12-8255-046401E5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4B3C4-2F66-4A06-99A0-0011109D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9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AAE7E-6941-4305-B18A-2D67F71A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Visible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2C243-A1AB-4154-8813-79924720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676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did the user see?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76C18-139A-4C2B-9A70-5E32D82D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976EB-414B-4525-8224-C2936802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49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9529A-4B8B-4E0B-9B1F-14DD6220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Downstream allowance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1910B-8003-453F-BD04-603B104E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6038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display, persistence, or validation let it through?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33CCE-479F-4F45-BECF-F7C7E396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099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1CB7E-5611-40D1-B89D-1268070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05200"/>
            <a:ext cx="49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A8772-5BBB-463B-BC06-3A6323BA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480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Selection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61ACD-9F64-4EE2-ABC1-81B8E6DD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48050"/>
            <a:ext cx="5314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generation, ranking, or match chose it?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201538-29C5-4994-BF24-11486F2A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898CF-F4EC-499D-A49C-E2AF3B5D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81500"/>
            <a:ext cx="49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6139A-F678-4841-B75F-387BFC8A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243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Context authority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5FEB3-AA4B-420B-A22C-FABC01F1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24350"/>
            <a:ext cx="4591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prompt, evidence, contract, or product rule caused that choice?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D7E52-9186-475D-8276-9A4FA308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62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55DA4-931B-47D6-9784-3FB338DF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57800"/>
            <a:ext cx="49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E01BC-B1D4-4594-A413-3B4166E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200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Class-wide repair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FFB73-8D49-422C-8932-45AE4A38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00650"/>
            <a:ext cx="3867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Where else does the same decision pattern exist?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68A29-E4C0-4023-B289-E40AA0A4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96000"/>
            <a:ext cx="781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Validators enforce grounding and contract integrity. Failed fields feed bounded model repair; they do not become the primary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7107914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7B2A7-CFD8-4683-B13A-8513397E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8DA323DC-3DA8-40D0-9FDB-616B8A18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overlays make the organization portable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1B8F6-53BE-4247-AB7C-E1B572F8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2476500" y="2628900"/>
            <a:ext cx="361950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4" name=""/>
          <p:cNvCxnSpPr/>
          <p:nvPr/>
        </p:nvCxnSpPr>
        <p:spPr>
          <a:xfrm xmlns:a="http://schemas.openxmlformats.org/drawingml/2006/main">
            <a:off x="6096000" y="2628900"/>
            <a:ext cx="361950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E36E7-9EDF-4D3D-9756-44721E65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95450"/>
            <a:ext cx="4381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12068-47B1-4B13-80F2-19966CB1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CANONICAL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EDE63-44BF-41ED-A9F5-A8DBD154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00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BDE90-4479-46D1-A3AC-A2DB4924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AUXARA OVERLAY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7F5CF-3A6D-4D97-B01E-26BE5CD1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3238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Dialer roles • compliance gates • lifecycle hooks • decision linkage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48F3D-E149-4B6E-9E41-5F454C95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52900"/>
            <a:ext cx="400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0DDE3-BA51-443F-A477-9A0637EA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005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COACHAI OVERLAY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98897-EE15-4562-9899-7C74B8E3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19650"/>
            <a:ext cx="3238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AI-quality roles • proof selection • context budget • source-to-screen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84AE9-4B38-4D8C-A86D-854D65D0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Generated ordinary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0BA12-A4D7-497F-BB7A-FC48F09F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90550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Hash parity + local-only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D50B7-48F7-4C98-A097-E21048B7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055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Snapshot + rollback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D1AA52-5CBC-4B81-AD7E-9FBB307C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05500"/>
            <a:ext cx="2171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secrets or app source</a:t>
            </a:r>
          </a:p>
        </p:txBody>
      </p:sp>
    </p:spTree>
    <p:extLst>
      <p:ext uri="{BB962C8B-B14F-4D97-AF65-F5344CB8AC3E}">
        <p14:creationId xmlns:p14="http://schemas.microsoft.com/office/powerpoint/2010/main" val="848112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5FD110-C232-4032-B313-66E38B93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D025138F-B44B-4FC8-B93B-EBD07A50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organization improves itself on a schedule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680FC-62FA-49CB-B506-C9287B79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447800" y="3086100"/>
            <a:ext cx="8858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10993-7CAD-4146-B312-F4119C4A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B3130-A2BF-467C-8F38-6DDB0849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DAILY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AF618-7E90-43C5-84F7-F6A454D5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drift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B0928-2A90-43AE-9C76-5D70F3C8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190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Briefs • context • hooks •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2337B-6E90-499E-8B83-178DEF6A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E1C26-7F3E-4544-A7BC-86115C70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WEEKLY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3FCBD-8CFE-45B1-B688-79CF2381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433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Fleet doctrine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00C63-AADB-417D-98BB-76926F9A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2190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Repeated misses • stale rules • role gaps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70EBC-35EE-42B7-A1C1-BAC8B347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2436E-79B0-440E-9E6B-F7E7AEB5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76450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BIWEEKLY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0A6DE-A12E-4931-9EAA-CF5B64D3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433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Universal backflow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4F1E5-C3C6-4876-8260-6A09E0E1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2190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Promote reusable Auxara + CoachAI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39E4D-2BD0-4D32-99C7-4064917F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DEB42-CBA9-4763-A771-1C401E24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6450"/>
            <a:ext cx="167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EVERY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87F0A-19AC-4993-ADFC-8E8B3499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433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Skill evolution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37004-40EE-4FF1-AAE8-B6CCA882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00500"/>
            <a:ext cx="2190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Patch the controlling skill when it caused or missed a proven gap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43B7A-3E99-4F0D-B452-81ADBCFF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9115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D448F-740E-416F-B497-84FDE909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43550"/>
            <a:ext cx="7048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Failure → root cause → smallest control → mutation → propagation</a:t>
            </a:r>
          </a:p>
        </p:txBody>
      </p:sp>
    </p:spTree>
    <p:extLst>
      <p:ext uri="{BB962C8B-B14F-4D97-AF65-F5344CB8AC3E}">
        <p14:creationId xmlns:p14="http://schemas.microsoft.com/office/powerpoint/2010/main" val="3022035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0DC80-C8E5-499A-8A2B-7D3F34F4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NUVORALINK AI ORGANIZATION</a:t>
            </a:r>
          </a:p>
        </p:txBody>
      </p:sp>
      <p:sp>
        <p:nvSpPr>
          <p:cNvPr id="2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1C54D928-435B-43BA-90D3-2D42235D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3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same operating system handles six kinds of work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35255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6F000-CD10-4EE2-B787-DB02BCE9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EBB26-85DF-4A38-94A7-36F14357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1A237-E211-42DA-A362-BE8C4C45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3238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Intent → contract → build → source-to-screen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E3F0D-EE5D-4EF2-9C1B-C07321CF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BUG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EB4A2-17C9-4480-96D0-854463D4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3238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Spider pass → upstream cause → regression mutation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763F9-30CA-49A9-945A-5CBE807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335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B2699-841D-486E-B3E6-B3C5B8E6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71700"/>
            <a:ext cx="3238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Premise challenge → options → authority seam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2EE01-BEFB-4F29-BF02-FF075330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AI 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C63CC-3FFB-4011-905C-2892E208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238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Grounding → decision → bounded repair → rerun ladder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56AEF-82CA-4E5E-B139-DB9A8F14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1DA06-5AC0-44FF-97C9-17298F49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3238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 → readiness → core flow → error sweep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5C944-8C5E-4894-8956-0BA3A6E3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NEW PROJECT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53FF4-A616-4A7B-AA65-0765C42C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3238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Bootstrap → overlay → automations → parity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5527F-5D88-4587-AF2F-4A9F43EF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24550"/>
            <a:ext cx="8001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roles and proof change with risk. The control model stays the same.</a:t>
            </a:r>
          </a:p>
        </p:txBody>
      </p:sp>
    </p:spTree>
    <p:extLst>
      <p:ext uri="{BB962C8B-B14F-4D97-AF65-F5344CB8AC3E}">
        <p14:creationId xmlns:p14="http://schemas.microsoft.com/office/powerpoint/2010/main" val="3052352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3D476-C966-458A-B736-48B61148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A9CD8-8253-4AC1-849B-57823225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95250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person can operate with
organizational discipline.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CB1F8-FDBF-4A93-9464-6BAC6265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85725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t>Not because the models are trusted more—because the system makes authority, judgment, action, and proof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C32A2-252F-424E-B73C-7829FE00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573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4EF61-452E-48F9-BE2D-8F461E8A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52625"/>
            <a:ext cx="12382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2FFA1-723F-4D6D-9DB8-252A43E3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76550"/>
            <a:ext cx="1238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operating
system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59436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F9A6E-F49E-4F82-9429-BB7A6A6D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047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Version the process. Bound the agents. Open the evidence. Improve the controls.</a:t>
            </a:r>
          </a:p>
        </p:txBody>
      </p:sp>
    </p:spTree>
    <p:extLst>
      <p:ext uri="{BB962C8B-B14F-4D97-AF65-F5344CB8AC3E}">
        <p14:creationId xmlns:p14="http://schemas.microsoft.com/office/powerpoint/2010/main" val="1426409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2026-07-17T04:45:31.1610000Z</dcterms:created>
  <dcterms:modified xsi:type="dcterms:W3CDTF">2026-07-17T04:45:31.1610000Z</dcterms:modified>
</coreProperties>
</file>